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d82849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b4d82849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4d828495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4d828495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4d828495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4d828495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4d828495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4d828495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d828495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4d828495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d828495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d828495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d828495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d828495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4d828495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4d828495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d828495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4d828495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377024" y="927528"/>
            <a:ext cx="685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Font typeface="Cambria"/>
              <a:buNone/>
            </a:pPr>
            <a:r>
              <a:rPr b="1" lang="en" sz="1400">
                <a:latin typeface="Cambria"/>
                <a:ea typeface="Cambria"/>
                <a:cs typeface="Cambria"/>
                <a:sym typeface="Cambria"/>
              </a:rPr>
              <a:t>Academic Year 2025 - 26 </a:t>
            </a:r>
            <a:br>
              <a:rPr b="1" lang="en" sz="1400">
                <a:latin typeface="Cambria"/>
                <a:ea typeface="Cambria"/>
                <a:cs typeface="Cambria"/>
                <a:sym typeface="Cambria"/>
              </a:rPr>
            </a:br>
            <a:r>
              <a:rPr b="1" lang="en" sz="14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S8 PROJECT </a:t>
            </a:r>
            <a:br>
              <a:rPr b="1" lang="en" sz="14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" sz="1400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Zeroth Review</a:t>
            </a:r>
            <a:br>
              <a:rPr b="1" lang="en" sz="14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" sz="1400">
                <a:latin typeface="Cambria"/>
                <a:ea typeface="Cambria"/>
                <a:cs typeface="Cambria"/>
                <a:sym typeface="Cambria"/>
              </a:rPr>
              <a:t> </a:t>
            </a:r>
            <a:endParaRPr b="1"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377024" y="1653319"/>
            <a:ext cx="68580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64285"/>
              <a:buNone/>
            </a:pPr>
            <a:r>
              <a:rPr b="1" lang="en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ct val="81818"/>
              <a:buNone/>
            </a:pPr>
            <a:r>
              <a:rPr b="1" lang="en" sz="2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AI-BASED FARMER QUERY SUPPORT AND ADVISORY SYSTEM</a:t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t/>
            </a:r>
            <a:endParaRPr b="1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4285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3326" y="0"/>
            <a:ext cx="5756565" cy="98146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05538" y="3521458"/>
            <a:ext cx="40011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31914"/>
              <a:buFont typeface="Arial"/>
              <a:buNone/>
            </a:pPr>
            <a:r>
              <a:rPr b="1" i="0" lang="en" sz="47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BATCH MEMBERS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ct val="28888"/>
              <a:buFont typeface="Arial"/>
              <a:buNone/>
            </a:pPr>
            <a:r>
              <a:rPr b="1" i="0" lang="en" sz="45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ARUNA A (7376221CD104)</a:t>
            </a:r>
            <a:endParaRPr b="1" i="0" sz="45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ct val="28888"/>
              <a:buFont typeface="Arial"/>
              <a:buNone/>
            </a:pPr>
            <a:r>
              <a:rPr b="1" i="0" lang="en" sz="45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ABIRAMI D R (7376222AD107)</a:t>
            </a:r>
            <a:endParaRPr b="1" i="0" sz="45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ct val="28888"/>
              <a:buFont typeface="Arial"/>
              <a:buNone/>
            </a:pPr>
            <a:r>
              <a:rPr b="1" i="0" lang="en" sz="45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HARI HARAN D (7376222AD140)</a:t>
            </a:r>
            <a:endParaRPr b="1" i="0" sz="45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030A0"/>
              </a:buClr>
              <a:buSzPct val="28888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925775" y="3480506"/>
            <a:ext cx="38724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27777"/>
              <a:buFont typeface="Arial"/>
              <a:buNone/>
            </a:pPr>
            <a:r>
              <a:rPr b="1" i="0" lang="en" sz="54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GUIDE 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rPr b="1" i="0" lang="en" sz="54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Mr</a:t>
            </a:r>
            <a:r>
              <a:rPr b="1" lang="en" sz="54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 Chozharajan P</a:t>
            </a:r>
            <a:endParaRPr b="1" i="0" sz="54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rPr b="1" i="0" lang="en" sz="54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Assistant Professor II</a:t>
            </a:r>
            <a:endParaRPr b="1" i="0" sz="54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325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325"/>
              <a:buFont typeface="Arial"/>
              <a:buNone/>
            </a:pPr>
            <a:r>
              <a:rPr b="1" i="0" lang="en" sz="54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Department of Artificial Intelligence and </a:t>
            </a:r>
            <a:endParaRPr b="1" i="0" sz="54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325"/>
              <a:buFont typeface="Arial"/>
              <a:buNone/>
            </a:pPr>
            <a:r>
              <a:rPr b="1" i="0" lang="en" sz="5400" u="none" cap="none" strike="noStrike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Data Science</a:t>
            </a:r>
            <a:endParaRPr b="0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034061" y="2803103"/>
            <a:ext cx="2202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BIP PROJECT ID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r>
              <a:rPr b="1" i="0" lang="en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26IN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024</a:t>
            </a:r>
            <a:endParaRPr b="1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617514" y="2803106"/>
            <a:ext cx="4603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CATEGORY</a:t>
            </a:r>
            <a:r>
              <a:rPr b="1" i="0" lang="en" sz="14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INTERNAL </a:t>
            </a:r>
            <a:endParaRPr b="1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: </a:t>
            </a:r>
            <a:endParaRPr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often face difficulty in getting correct information related to crops, weather, pests, and market prices. This project,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Farmer Query Support and Advisory System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provides smart agricultural advice using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(AI)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Farmers can ask questions in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Tamil or English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a simple web application.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and NLP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queries and generate suitable responses. It is developed using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 with Spring AI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backend,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and JavaScript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frontend, and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MongoDB/MySQL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data storage.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Open-source AI models like Ollama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external APIs are used to provide accurate and updated information.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system helps farmers make better decisions and improves access to agricultural knowledge.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  / OBJECTIVES: </a:t>
            </a:r>
            <a:endParaRPr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aim of this project is to develop an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Farmer Query Support and Advisory System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helps farmers get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quick, accurate, and easy-to-understand agricultural advice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modern AI and web technologies.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: </a:t>
            </a:r>
            <a:endParaRPr sz="2000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80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help farmers get quick agricultural advice</a:t>
            </a:r>
            <a:endParaRPr sz="18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</a:t>
            </a:r>
            <a:r>
              <a:rPr b="1"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understand farmer questions</a:t>
            </a:r>
            <a:endParaRPr sz="18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 </a:t>
            </a:r>
            <a:r>
              <a:rPr b="1"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Tamil and English</a:t>
            </a: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</a:t>
            </a:r>
            <a:endParaRPr sz="18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weather and market price information</a:t>
            </a:r>
            <a:endParaRPr sz="18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build a simple and user-friendly web system</a:t>
            </a:r>
            <a:endParaRPr sz="18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8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➔"/>
            </a:pPr>
            <a:r>
              <a:rPr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store farmer data using </a:t>
            </a:r>
            <a:r>
              <a:rPr b="1" lang="en" sz="180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/ MySQL</a:t>
            </a:r>
            <a:endParaRPr b="1" sz="180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DEFINITION :</a:t>
            </a:r>
            <a:endParaRPr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often face difficulty in accessing correct agricultural information at the right time. Existing systems are complex, do not support regional languages, and depend heavily on middlemen. There is a need for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AI-based advisory system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provides reliable information in a farmer-friendly manner.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SURVEY:</a:t>
            </a:r>
            <a:endParaRPr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existing agricultural support systems provide information through websites and mobile applications, but they mainly use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do not give intelligent responses.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systems use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SMS-based or call-center-based services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provide limited information and are not interactive.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research shows that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and NLP-based systems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understand user questions and provide more accurate answers, but most of them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support regional languages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few mobile applications offer weather and market price updates, but they are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 services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not integrated into a single platform.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often depend on </a:t>
            </a: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paid AI services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them costly and difficult to scale.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</a:t>
            </a:r>
            <a:endParaRPr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⇒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enter their queries through a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web interface</a:t>
            </a:r>
            <a:b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 ⇒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query is sent to the backend developed using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</a:t>
            </a:r>
            <a:b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⇒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 processing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done to support Tamil and English</a:t>
            </a:r>
            <a:b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 ⇒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and NLP (Ollama / AI API)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the query</a:t>
            </a:r>
            <a:b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 ⇒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generates suitable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advisory responses</a:t>
            </a:r>
            <a:b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 ⇒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in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/ MySQL</a:t>
            </a:r>
            <a:b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7 ⇒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Weather and market APIs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real-time updates</a:t>
            </a:r>
            <a:b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7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8 ⇒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response is shown to the farmer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TEAM MEMBER 1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36">
                <a:latin typeface="Times New Roman"/>
                <a:ea typeface="Times New Roman"/>
                <a:cs typeface="Times New Roman"/>
                <a:sym typeface="Times New Roman"/>
              </a:rPr>
              <a:t>HARI HARAN D - (7376222AD140)</a:t>
            </a:r>
            <a:endParaRPr sz="34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36">
                <a:latin typeface="Times New Roman"/>
                <a:ea typeface="Times New Roman"/>
                <a:cs typeface="Times New Roman"/>
                <a:sym typeface="Times New Roman"/>
              </a:rPr>
              <a:t>Frontend ,  </a:t>
            </a:r>
            <a:r>
              <a:rPr lang="en" sz="3436">
                <a:latin typeface="Times New Roman"/>
                <a:ea typeface="Times New Roman"/>
                <a:cs typeface="Times New Roman"/>
                <a:sym typeface="Times New Roman"/>
              </a:rPr>
              <a:t>UI UX</a:t>
            </a:r>
            <a:r>
              <a:rPr lang="en" sz="3436"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sz="343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016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esign a simple and user-friendly interface using </a:t>
            </a:r>
            <a:r>
              <a:rPr b="1"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React.js and JavaScript</a:t>
            </a:r>
            <a:endParaRPr b="1" sz="28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01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pages for farmer query input and response display</a:t>
            </a:r>
            <a:endParaRPr sz="28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01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easy navigation and clear layout for better </a:t>
            </a:r>
            <a:r>
              <a:rPr b="1"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</a:t>
            </a:r>
            <a:endParaRPr b="1" sz="284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801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frontend with backend using </a:t>
            </a:r>
            <a:r>
              <a:rPr b="1" lang="en" sz="284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APIs</a:t>
            </a:r>
            <a:br>
              <a:rPr b="1" lang="en" sz="2846">
                <a:solidFill>
                  <a:schemeClr val="dk1"/>
                </a:solidFill>
              </a:rPr>
            </a:br>
            <a:endParaRPr b="1" sz="28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TEAM MEMBER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ABIRAMI D R (7376222AD107)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DATABASE &amp; API HANDLING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manage database using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 / MySQL</a:t>
            </a:r>
            <a:b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farmer queries, responses, and system data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 API and Market Price API</a:t>
            </a:r>
            <a:b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secure and fast data access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TEAM MEMBER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ARUNA A (7376221CD104)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Backend Developer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backend services using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 Boot</a:t>
            </a:r>
            <a:b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farmer queries and system logic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models (Ollama / AI APIs)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query processing</a:t>
            </a:r>
            <a:b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request and response flow between frontend and AI services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